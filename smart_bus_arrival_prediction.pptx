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Bus Arrival Prediction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Bus Arrival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System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 tracking and arrival ETA using Arduino, GPS &amp; GSM — bringing reliable transit information to every commuter.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66928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• IoT × Embedded Systems × Cloud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Commuters wait without knowing when the bus will arrive.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Waits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517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timetables rarely match reality due to traffic and route variability.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26517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city buses lack public real-time location feeds for commuters.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Productivity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hours wasted at bus stops every day across cities.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♿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4754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and differently-abled riders need predictable arrival times.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IoT device on every bus, predictions in every commuter's pocket.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GPS captures bus location every few seconds.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4930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4472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 transmits coordinates to our cloud server.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4281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9709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estimates ETA using distance, speed &amp; traffic patterns.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9262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92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94690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view live bus position and arrival time on a web app.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ETA accurate to ~1 minute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3337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hardware (&lt; ₹1500 per bus)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931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2G — coverage even in rural routes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526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entire city bus fleets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120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 for third-party apps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 flow from bus to commuter.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Unit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999232" y="3657600"/>
            <a:ext cx="320040" cy="274320"/>
          </a:xfrm>
          <a:prstGeom prst="rightTriangl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743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5A6B7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Network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GPRS / 2G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925312" y="3657600"/>
            <a:ext cx="320040" cy="274320"/>
          </a:xfrm>
          <a:prstGeom prst="rightTriangl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743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8851392" y="3657600"/>
            <a:ext cx="320040" cy="274320"/>
          </a:xfrm>
          <a:prstGeom prst="rightTriangl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2743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App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ETA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every 5–10 seconds; ETAs recalculated continuously.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Affordable, off-the-shelf components.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— orchestrates GPS read and GSM transmit.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2024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 Module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latitude, longitude, speed via NMEA over UART.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2024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 Module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cloud over GPRS / HTTP.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&amp; 4.7 kΩ Resistors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 — steps Arduino 5V TX down to 3.3V for SIM800L.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402336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1N4007 Diode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Vin to a safe range for SIM800L power supply.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02336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connections between modules.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 overview — keep signal levels safe.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68580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NEO-6M VCC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3.3V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NEO-6M GND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GND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NEO-6M TX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429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D4 (SoftwareSerial RX)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NEO-6M RX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D3 (SoftwareSerial TX)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SIM800L VCC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4V supply via 1N4007 diode from 5V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SIM800L GND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4663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GND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SIM800L RX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Voltage divider (1k / 4.7k) from Arduino D8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SIM800L TX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5486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Arduino D7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9202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divider?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2606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Arduino's TX is 5V logic, but SIM800L expects 3.3V on RX. A 1 kΩ + 4.7 kΩ voltage divider safely reduces the level and prevents damage.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diode?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18120" y="4663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runs at 3.4–4.4V. A 1N4007 in series drops ~0.7V from 5V, giving a safe ~4.3V to the module.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firmware to web dashboard.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703320" cy="457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Arduino 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TinyGPS++ parses NMEA from NEO-6M. SoftwareSerial talks to SIM800L using AT commands to open a TCP / HTTP session and POST coordinates.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3703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· Node.js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 ingests GPS pings, stores them in a time-series database, and runs the ETA prediction service for each bus stop.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920240"/>
            <a:ext cx="37033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· React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(Leaflet) shows every bus in real time. Riders pick a stop and see the next 3 arrivals with predicted ETAs.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ALGORITHM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arrival time with simple but effective math.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formula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 = Σ(segmentDistance / avgSpeed)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historical traffic delay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computed along the route polyline (not straight line). Average speed blends the bus's recent speed with the route's historical pace at this hour.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GPS point to nearest route segment.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9516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remaining distance to target stop.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avg speed (recent + historical).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traffic/dwell buffer per time slot.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ETA via WebSocket every 5 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riders and operators actually get.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 as a moving pin, updated every 5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ETAs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buses at the chosen stop, refreshed continuously.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897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rider when bus is N minutes away.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754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health, route punctuality, bunching alerts.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4754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 API for third-party apps and signage.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♿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8972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89720" y="4754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UI, voice readouts, large fonts.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today, roadmap for tomorrow.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7315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~₹1,500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bus unit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2057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min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accuracy 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sec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frequency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06840" y="2057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2G+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00684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coverage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4251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1 route — 5 buses, live map + ETA.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48920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rollout, mobile app, SMS alerts for feature-phone users.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532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5532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ETA (LSTM on historical traffic), payment &amp; ticketing integration.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54864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smarter cities together.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Bus Arrival Prediction System  · 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2026-05-30T05:33:39Z</dcterms:created>
  <dcterms:modified xsi:type="dcterms:W3CDTF">2026-05-30T05:33:39Z</dcterms:modified>
</cp:coreProperties>
</file>